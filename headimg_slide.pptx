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5" r:id="rId1"/>
  </p:sldMasterIdLst>
  <p:sldIdLst>
    <p:sldId id="256" r:id="rId2"/>
  </p:sldIdLst>
  <p:sldSz cx="109728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22"/>
    <p:restoredTop sz="94694"/>
  </p:normalViewPr>
  <p:slideViewPr>
    <p:cSldViewPr snapToGrid="0" snapToObjects="1">
      <p:cViewPr varScale="1">
        <p:scale>
          <a:sx n="125" d="100"/>
          <a:sy n="125" d="100"/>
        </p:scale>
        <p:origin x="176" y="1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440180" y="1909395"/>
            <a:ext cx="8092440" cy="1316736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040">
                <a:solidFill>
                  <a:srgbClr val="2626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5675" y="3482035"/>
            <a:ext cx="6121451" cy="9919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487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65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440180" y="1909395"/>
            <a:ext cx="8092440" cy="1316736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040">
                <a:solidFill>
                  <a:srgbClr val="2626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25675" y="3481972"/>
            <a:ext cx="6121451" cy="1012066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3607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3721" y="2110435"/>
            <a:ext cx="3844594" cy="2481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4484" y="2110435"/>
            <a:ext cx="3843222" cy="2481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935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5093" y="1850747"/>
            <a:ext cx="3843223" cy="563270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520" b="0" cap="all" spc="8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65760" indent="0">
              <a:buNone/>
              <a:defRPr sz="152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25093" y="2514600"/>
            <a:ext cx="3843223" cy="207742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4484" y="2514600"/>
            <a:ext cx="3828136" cy="2077421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704484" y="1850747"/>
            <a:ext cx="3843223" cy="563270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520" b="0" cap="all" spc="8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65760" indent="0">
              <a:buNone/>
              <a:defRPr sz="152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07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8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65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5486400" cy="548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724205" y="1795063"/>
            <a:ext cx="4037990" cy="913198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760">
                <a:solidFill>
                  <a:srgbClr val="2626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2472" y="643738"/>
            <a:ext cx="4334256" cy="4198925"/>
          </a:xfrm>
        </p:spPr>
        <p:txBody>
          <a:bodyPr>
            <a:normAutofit/>
          </a:bodyPr>
          <a:lstStyle>
            <a:lvl1pPr>
              <a:defRPr sz="1520">
                <a:solidFill>
                  <a:schemeClr val="tx1"/>
                </a:solidFill>
              </a:defRPr>
            </a:lvl1pPr>
            <a:lvl2pPr>
              <a:defRPr sz="1280">
                <a:solidFill>
                  <a:schemeClr val="tx1"/>
                </a:solidFill>
              </a:defRPr>
            </a:lvl2pPr>
            <a:lvl3pPr>
              <a:defRPr sz="1280">
                <a:solidFill>
                  <a:schemeClr val="tx1"/>
                </a:solidFill>
              </a:defRPr>
            </a:lvl3pPr>
            <a:lvl4pPr>
              <a:defRPr sz="1280">
                <a:solidFill>
                  <a:schemeClr val="tx1"/>
                </a:solidFill>
              </a:defRPr>
            </a:lvl4pPr>
            <a:lvl5pPr>
              <a:defRPr sz="1280">
                <a:solidFill>
                  <a:schemeClr val="tx1"/>
                </a:solidFill>
              </a:defRPr>
            </a:lvl5pPr>
            <a:lvl6pPr>
              <a:defRPr sz="1280"/>
            </a:lvl6pPr>
            <a:lvl7pPr>
              <a:defRPr sz="1280"/>
            </a:lvl7pPr>
            <a:lvl8pPr>
              <a:defRPr sz="1280"/>
            </a:lvl8pPr>
            <a:lvl9pPr>
              <a:defRPr sz="128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4011" y="2839934"/>
            <a:ext cx="3415284" cy="1755229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200">
                <a:solidFill>
                  <a:srgbClr val="FFFFFF"/>
                </a:solidFill>
              </a:defRPr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7/29/19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724205" y="4988966"/>
            <a:ext cx="4612317" cy="256032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937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5486399" cy="548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727671" y="1795062"/>
            <a:ext cx="4045498" cy="907712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760">
                <a:solidFill>
                  <a:srgbClr val="2626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86400" y="0"/>
            <a:ext cx="5491887" cy="54864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56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4011" y="2839935"/>
            <a:ext cx="3415284" cy="1755230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200">
                <a:solidFill>
                  <a:srgbClr val="FFFFFF"/>
                </a:solidFill>
              </a:defRPr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7/29/19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724205" y="4988966"/>
            <a:ext cx="4612317" cy="256032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83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18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87801" y="749808"/>
            <a:ext cx="1168747" cy="398678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08023" y="749808"/>
            <a:ext cx="5578640" cy="398678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7/29/19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867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008023" y="771754"/>
            <a:ext cx="6956755" cy="950976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8023" y="2110436"/>
            <a:ext cx="6956755" cy="2481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39286" y="4991053"/>
            <a:ext cx="2478371" cy="2591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7/29/19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0181" y="4988966"/>
            <a:ext cx="5311070" cy="256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3030" y="4974336"/>
            <a:ext cx="329184" cy="292608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80" spc="0" baseline="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68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ctr" defTabSz="731520" rtl="0" eaLnBrk="1" latinLnBrk="0" hangingPunct="1">
        <a:lnSpc>
          <a:spcPct val="90000"/>
        </a:lnSpc>
        <a:spcBef>
          <a:spcPct val="0"/>
        </a:spcBef>
        <a:buNone/>
        <a:defRPr sz="2240" kern="1200" cap="all" spc="16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 panose="020B0604020202020204" pitchFamily="34" charset="0"/>
        <a:buChar char="•"/>
        <a:defRPr sz="144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65760" indent="-182880" algn="l" defTabSz="731520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 panose="020B0604020202020204" pitchFamily="34" charset="0"/>
        <a:buChar char="•"/>
        <a:defRPr sz="128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182880" algn="l" defTabSz="731520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 panose="020B0604020202020204" pitchFamily="34" charset="0"/>
        <a:buChar char="•"/>
        <a:defRPr sz="128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731520" indent="-182880" algn="l" defTabSz="731520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 panose="020B0604020202020204" pitchFamily="34" charset="0"/>
        <a:buChar char="•"/>
        <a:defRPr sz="128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914400" indent="-182880" algn="l" defTabSz="731520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 panose="020B0604020202020204" pitchFamily="34" charset="0"/>
        <a:buChar char="•"/>
        <a:defRPr sz="128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050290" indent="-182880" algn="l" defTabSz="731520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1187450" indent="-182880" algn="l" defTabSz="731520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1325880" indent="-182880" algn="l" defTabSz="731520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 panose="020B0604020202020204" pitchFamily="34" charset="0"/>
        <a:buChar char="•"/>
        <a:defRPr sz="128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506220" indent="-182880" algn="l" defTabSz="731520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 panose="020B0604020202020204" pitchFamily="34" charset="0"/>
        <a:buChar char="•"/>
        <a:defRPr sz="128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 descr="机器人">
            <a:extLst>
              <a:ext uri="{FF2B5EF4-FFF2-40B4-BE49-F238E27FC236}">
                <a16:creationId xmlns:a16="http://schemas.microsoft.com/office/drawing/2014/main" id="{ADB0E82D-3E1C-9E4F-A328-2F575FBE1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901" y="711676"/>
            <a:ext cx="2624798" cy="2624798"/>
          </a:xfrm>
          <a:prstGeom prst="rect">
            <a:avLst/>
          </a:prstGeom>
        </p:spPr>
      </p:pic>
      <p:pic>
        <p:nvPicPr>
          <p:cNvPr id="5" name="图形 4" descr="头上的大脑">
            <a:extLst>
              <a:ext uri="{FF2B5EF4-FFF2-40B4-BE49-F238E27FC236}">
                <a16:creationId xmlns:a16="http://schemas.microsoft.com/office/drawing/2014/main" id="{CFA1D616-D2A1-3643-A489-D3FC451E0D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2101" y="2576646"/>
            <a:ext cx="2624798" cy="262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03378"/>
      </p:ext>
    </p:extLst>
  </p:cSld>
  <p:clrMapOvr>
    <a:masterClrMapping/>
  </p:clrMapOvr>
</p:sld>
</file>

<file path=ppt/theme/theme1.xml><?xml version="1.0" encoding="utf-8"?>
<a:theme xmlns:a="http://schemas.openxmlformats.org/drawingml/2006/main" name="包裹">
  <a:themeElements>
    <a:clrScheme name="包裹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包裹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包裹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1285</TotalTime>
  <Words>0</Words>
  <Application>Microsoft Macintosh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包裹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Wen, Xuan</dc:creator>
  <cp:lastModifiedBy>Wen, Xuan</cp:lastModifiedBy>
  <cp:revision>3</cp:revision>
  <dcterms:created xsi:type="dcterms:W3CDTF">2019-07-29T08:00:41Z</dcterms:created>
  <dcterms:modified xsi:type="dcterms:W3CDTF">2019-07-30T05:26:21Z</dcterms:modified>
</cp:coreProperties>
</file>